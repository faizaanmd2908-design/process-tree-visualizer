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Fragment Mono" panose="020B0604020202020204" charset="0"/>
      <p:regular r:id="rId11"/>
    </p:embeddedFont>
    <p:embeddedFont>
      <p:font typeface="Sora SemiBold" panose="020B0604020202020204" charset="0"/>
      <p:regular r:id="rId12"/>
    </p:embeddedFont>
    <p:embeddedFont>
      <p:font typeface="Spline Sans" panose="020B0604020202020204" charset="0"/>
      <p:regular r:id="rId13"/>
    </p:embeddedFont>
    <p:embeddedFont>
      <p:font typeface="Spline Sans Bold" panose="020B0604020202020204" charset="0"/>
      <p:regular r:id="rId14"/>
    </p:embeddedFont>
    <p:embeddedFont>
      <p:font typeface="Spline Sans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626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7854" y="734378"/>
            <a:ext cx="981625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C9C9D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OPERATING SYSTEMS PROJECT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1157854" y="1078901"/>
            <a:ext cx="9206674" cy="1593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6400" kern="100" spc="-224" dirty="0">
                <a:solidFill>
                  <a:srgbClr val="F2F2F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Linux Process</a:t>
            </a:r>
            <a:endParaRPr lang="en-US" sz="6400" dirty="0"/>
          </a:p>
          <a:p>
            <a:pPr marL="0" indent="0" algn="l">
              <a:lnSpc>
                <a:spcPct val="82000"/>
              </a:lnSpc>
              <a:buNone/>
            </a:pPr>
            <a:r>
              <a:rPr lang="en-US" sz="6400" kern="100" spc="-224" dirty="0">
                <a:solidFill>
                  <a:srgbClr val="F2F2F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Tree Visualizer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157854" y="2798068"/>
            <a:ext cx="9816259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 tool for visualizing running Linux processes and their parent-child relationships.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57854" y="3313609"/>
            <a:ext cx="9206674" cy="1006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8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Team members: 2520030359-Mohammad Faizaan,</a:t>
            </a:r>
            <a:endParaRPr lang="en-US" sz="1600" dirty="0"/>
          </a:p>
          <a:p>
            <a:pPr marL="0" indent="0" algn="l">
              <a:lnSpc>
                <a:spcPct val="113000"/>
              </a:lnSpc>
              <a:spcAft>
                <a:spcPts val="1400"/>
              </a:spcAft>
              <a:buNone/>
            </a:pPr>
            <a:r>
              <a:rPr lang="en-US" sz="1600" kern="100" spc="8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                                         2520030267- Ishaan Kulkarni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8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Faculty name :       Harika 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3C77FF-D56B-7C62-AFF2-55637C8C9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805" y="6461363"/>
            <a:ext cx="1476195" cy="3313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58800"/>
            <a:ext cx="4267093" cy="175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85" dirty="0">
                <a:solidFill>
                  <a:srgbClr val="C9C9D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843888"/>
            <a:ext cx="3835304" cy="197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700" kern="100" spc="-93" dirty="0">
                <a:solidFill>
                  <a:srgbClr val="C9C9D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 flat process list hides the relationships that matter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09585" y="6092031"/>
            <a:ext cx="1277211" cy="308769"/>
          </a:xfrm>
          <a:prstGeom prst="roundRect">
            <a:avLst>
              <a:gd name="adj" fmla="val 19742"/>
            </a:avLst>
          </a:prstGeom>
          <a:noFill/>
          <a:ln w="6350">
            <a:solidFill>
              <a:srgbClr val="2A2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493" y="6151907"/>
            <a:ext cx="1660980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5" dirty="0">
                <a:solidFill>
                  <a:srgbClr val="C9C9D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WHY A TREE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052" y="1168400"/>
            <a:ext cx="376625" cy="3766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8052" y="1709460"/>
            <a:ext cx="1955751" cy="635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50" kern="100" spc="-46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Many processes run at once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918052" y="2465098"/>
            <a:ext cx="1955751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5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Linux systems may run many processes simultaneously.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973" y="1168400"/>
            <a:ext cx="376625" cy="3766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092973" y="1709460"/>
            <a:ext cx="1955751" cy="635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50" kern="100" spc="-46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Tables flatten context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9092973" y="2465098"/>
            <a:ext cx="1955751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5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Tabular output lists processes, but does not make hierarchy immediately clear.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8052" y="4089400"/>
            <a:ext cx="376625" cy="3766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18052" y="4630460"/>
            <a:ext cx="1955751" cy="635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50" kern="100" spc="-46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Ownership is easy to miss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5918052" y="5386098"/>
            <a:ext cx="1955751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5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It can be difficult to see which processes are parents and which are children.</a:t>
            </a:r>
            <a:endParaRPr lang="en-US" sz="15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2973" y="4089400"/>
            <a:ext cx="376625" cy="37663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92973" y="4630460"/>
            <a:ext cx="1955751" cy="635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50" kern="100" spc="-46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The project makes it visible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9092973" y="5386098"/>
            <a:ext cx="1955751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5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This project represents those relationships as a clear tree structure.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8477038" y="558800"/>
            <a:ext cx="12700" cy="292100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20" name="Shape 14"/>
          <p:cNvSpPr/>
          <p:nvPr/>
        </p:nvSpPr>
        <p:spPr>
          <a:xfrm>
            <a:off x="5308467" y="3473450"/>
            <a:ext cx="3174921" cy="1270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21" name="Shape 15"/>
          <p:cNvSpPr/>
          <p:nvPr/>
        </p:nvSpPr>
        <p:spPr>
          <a:xfrm>
            <a:off x="8477038" y="3479800"/>
            <a:ext cx="12700" cy="292100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22" name="Shape 16"/>
          <p:cNvSpPr/>
          <p:nvPr/>
        </p:nvSpPr>
        <p:spPr>
          <a:xfrm>
            <a:off x="8483388" y="3473450"/>
            <a:ext cx="3174921" cy="12700"/>
          </a:xfrm>
          <a:prstGeom prst="rect">
            <a:avLst/>
          </a:prstGeom>
          <a:solidFill>
            <a:srgbClr val="2A2A3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521"/>
            <a:ext cx="533386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FROM RECORDS TO RELATIONSHIPS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924818"/>
            <a:ext cx="4724282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visualizer turns process records into a live hierarchy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3221296"/>
            <a:ext cx="4724282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Each refresh moves from Linux process data to a readable parent-child view.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7828" y="609600"/>
            <a:ext cx="4724282" cy="1970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Find currently running processes.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Read PID, PPID, and process name where accessible.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Establish parent-child relationships.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Show the relationships as a process tree.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Update periodically as processes change.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521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THE OS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924818"/>
            <a:ext cx="1097252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Five OS concepts explain the tree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628080"/>
            <a:ext cx="533386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kern="100" spc="-5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Five concepts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107505"/>
            <a:ext cx="5333867" cy="226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Process: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an instance of a program being executed.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PID: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the identifier assigned to a process.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PPID: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the identifier of its parent process.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Parent-child relationship: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formed when processes create other processes.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Process tree: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a hierarchical representation of those relationships.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48244" y="1628080"/>
            <a:ext cx="533386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kern="100" spc="-5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Illustrative process tree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48244" y="2110046"/>
            <a:ext cx="5333867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systemd (PID 1)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├── bash (PID 500)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│   └── python (PID 650)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└── cron (PID 300)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585" y="4560491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kern="100" spc="6" dirty="0">
                <a:solidFill>
                  <a:srgbClr val="8E8E9E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Illustrative example, not actual system output: systemd (PID 1) → bash (PID 500) → python (PID 650); systemd also → cron (PID 300)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521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PROPOSED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924818"/>
            <a:ext cx="1097252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proposed architecture follows Linux's documented process view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132905"/>
            <a:ext cx="5644215" cy="3174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438378"/>
            <a:ext cx="1097252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kern="100" spc="6" dirty="0">
                <a:solidFill>
                  <a:srgbClr val="8E8E9E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The design reads documented process information from the virtual /proc filesystem rather than requiring direct kernel-memory access or an undocumented interface.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521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REFRESH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924818"/>
            <a:ext cx="1097252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Each refresh builds a new snapshot of the hierarchy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2456755"/>
            <a:ext cx="81734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DE8FF"/>
                </a:solidFill>
                <a:latin typeface="Spline Sans SemiBold" pitchFamily="34" charset="0"/>
                <a:ea typeface="Spline Sans SemiBold" pitchFamily="34" charset="-122"/>
                <a:cs typeface="Spline Sans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741216"/>
            <a:ext cx="3505112" cy="1905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890203"/>
            <a:ext cx="3505112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-42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Inspect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3322102"/>
            <a:ext cx="3505112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Inspect available process entries.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19489" y="2456755"/>
            <a:ext cx="84482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DE8FF"/>
                </a:solidFill>
                <a:latin typeface="Spline Sans SemiBold" pitchFamily="34" charset="0"/>
                <a:ea typeface="Spline Sans SemiBold" pitchFamily="34" charset="-122"/>
                <a:cs typeface="Spline Sans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19489" y="2741216"/>
            <a:ext cx="3352716" cy="1905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10" name="Text 8"/>
          <p:cNvSpPr/>
          <p:nvPr/>
        </p:nvSpPr>
        <p:spPr>
          <a:xfrm>
            <a:off x="4419489" y="2890203"/>
            <a:ext cx="335271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-42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Collect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19489" y="3322102"/>
            <a:ext cx="335271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Collect PID, PPID, and process name where accessible.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76998" y="2456755"/>
            <a:ext cx="8495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DE8FF"/>
                </a:solidFill>
                <a:latin typeface="Spline Sans SemiBold" pitchFamily="34" charset="0"/>
                <a:ea typeface="Spline Sans SemiBold" pitchFamily="34" charset="-122"/>
                <a:cs typeface="Spline Sans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76998" y="2741216"/>
            <a:ext cx="3505112" cy="1905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14" name="Text 12"/>
          <p:cNvSpPr/>
          <p:nvPr/>
        </p:nvSpPr>
        <p:spPr>
          <a:xfrm>
            <a:off x="8076998" y="2890203"/>
            <a:ext cx="3505112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-42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Organize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76998" y="3322102"/>
            <a:ext cx="3505112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Organize the collected records.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585" y="4213523"/>
            <a:ext cx="85236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DE8FF"/>
                </a:solidFill>
                <a:latin typeface="Spline Sans SemiBold" pitchFamily="34" charset="0"/>
                <a:ea typeface="Spline Sans SemiBold" pitchFamily="34" charset="-122"/>
                <a:cs typeface="Spline Sans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585" y="4497983"/>
            <a:ext cx="3505112" cy="1905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18" name="Text 16"/>
          <p:cNvSpPr/>
          <p:nvPr/>
        </p:nvSpPr>
        <p:spPr>
          <a:xfrm>
            <a:off x="609585" y="4646970"/>
            <a:ext cx="3505112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-42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Match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09585" y="5078869"/>
            <a:ext cx="3505112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Match each process to its parent using PPID.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19489" y="4213523"/>
            <a:ext cx="85197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DE8FF"/>
                </a:solidFill>
                <a:latin typeface="Spline Sans SemiBold" pitchFamily="34" charset="0"/>
                <a:ea typeface="Spline Sans SemiBold" pitchFamily="34" charset="-122"/>
                <a:cs typeface="Spline Sans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19489" y="4497983"/>
            <a:ext cx="3352716" cy="1905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22" name="Text 20"/>
          <p:cNvSpPr/>
          <p:nvPr/>
        </p:nvSpPr>
        <p:spPr>
          <a:xfrm>
            <a:off x="4419489" y="4646970"/>
            <a:ext cx="335271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-42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Display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419489" y="5078869"/>
            <a:ext cx="335271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Display the resulting hierarchy.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76998" y="4213523"/>
            <a:ext cx="85058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DE8FF"/>
                </a:solidFill>
                <a:latin typeface="Spline Sans SemiBold" pitchFamily="34" charset="0"/>
                <a:ea typeface="Spline Sans SemiBold" pitchFamily="34" charset="-122"/>
                <a:cs typeface="Spline Sans SemiBold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76998" y="4497983"/>
            <a:ext cx="3505112" cy="1905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26" name="Text 24"/>
          <p:cNvSpPr/>
          <p:nvPr/>
        </p:nvSpPr>
        <p:spPr>
          <a:xfrm>
            <a:off x="8076998" y="4646970"/>
            <a:ext cx="3505112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-42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Repeat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076998" y="5078869"/>
            <a:ext cx="3505112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Repeat collection and update the display at a defined interval.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9585" y="5849640"/>
            <a:ext cx="10972526" cy="802580"/>
          </a:xfrm>
          <a:prstGeom prst="roundRect">
            <a:avLst>
              <a:gd name="adj" fmla="val 10633"/>
            </a:avLst>
          </a:prstGeom>
          <a:solidFill>
            <a:srgbClr val="4B3F02"/>
          </a:solidFill>
          <a:ln/>
        </p:spPr>
      </p:sp>
      <p:sp>
        <p:nvSpPr>
          <p:cNvPr id="29" name="Text 27"/>
          <p:cNvSpPr/>
          <p:nvPr/>
        </p:nvSpPr>
        <p:spPr>
          <a:xfrm>
            <a:off x="812780" y="6106180"/>
            <a:ext cx="1117572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Processes may start or terminate during collection, so missing entries and read errors should be handled.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521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OPEN DESIGN DECISIONS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924818"/>
            <a:ext cx="1097252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Implementation choices still need to be filled in by the team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2151955"/>
            <a:ext cx="10972526" cy="4096445"/>
          </a:xfrm>
          <a:prstGeom prst="rect">
            <a:avLst/>
          </a:prstGeom>
          <a:solidFill>
            <a:srgbClr val="14141C"/>
          </a:solidFill>
          <a:ln w="12700">
            <a:solidFill>
              <a:srgbClr val="2A2A3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1677" y="2393255"/>
          <a:ext cx="10388340" cy="914400"/>
        </p:xfrm>
        <a:graphic>
          <a:graphicData uri="http://schemas.openxmlformats.org/drawingml/2006/table">
            <a:tbl>
              <a:tblPr/>
              <a:tblGrid>
                <a:gridCol w="2700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7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Decision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Current specification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Operating system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Linux.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Process information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/proc virtual filesystem.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Programming language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[Specify language actually used]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Libraries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[Specify libraries actually used, if any]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Data structures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[Specify structures used for process records and hierarchy construction]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0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Interface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[Specify the actual terminal-based or graphical interface]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01677" y="2850345"/>
            <a:ext cx="10388340" cy="1270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7" name="Shape 4"/>
          <p:cNvSpPr/>
          <p:nvPr/>
        </p:nvSpPr>
        <p:spPr>
          <a:xfrm>
            <a:off x="901677" y="3320134"/>
            <a:ext cx="10388340" cy="1270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5" name="Shape 5"/>
          <p:cNvSpPr/>
          <p:nvPr/>
        </p:nvSpPr>
        <p:spPr>
          <a:xfrm>
            <a:off x="901677" y="3789923"/>
            <a:ext cx="10388340" cy="1270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9" name="Shape 6"/>
          <p:cNvSpPr/>
          <p:nvPr/>
        </p:nvSpPr>
        <p:spPr>
          <a:xfrm>
            <a:off x="901677" y="4259712"/>
            <a:ext cx="10388340" cy="1270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0" name="Shape 7"/>
          <p:cNvSpPr/>
          <p:nvPr/>
        </p:nvSpPr>
        <p:spPr>
          <a:xfrm>
            <a:off x="901677" y="4729501"/>
            <a:ext cx="10388340" cy="1270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1" name="Shape 8"/>
          <p:cNvSpPr/>
          <p:nvPr/>
        </p:nvSpPr>
        <p:spPr>
          <a:xfrm>
            <a:off x="901677" y="5199290"/>
            <a:ext cx="10388340" cy="12700"/>
          </a:xfrm>
          <a:prstGeom prst="rect">
            <a:avLst/>
          </a:prstGeom>
          <a:solidFill>
            <a:srgbClr val="2A2A38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2463"/>
            <a:ext cx="1097252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result is useful, but every view is a changing snapshot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585" y="1908175"/>
            <a:ext cx="5333867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75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482850"/>
            <a:ext cx="5333867" cy="985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Readable hierarchy of running Linux processes.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Visibility into PID, PPID, and process names.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Periodic updates as the process list changes.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48244" y="1908175"/>
            <a:ext cx="5333867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75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48244" y="2482850"/>
            <a:ext cx="5333867" cy="191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Refreshes may introduce a short delay before changes appear.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Processes may disappear during collection.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Permissions or incomplete information may affect results.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 snapshot may miss very short-lived processes.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48244" y="4574183"/>
            <a:ext cx="1760097" cy="38100"/>
          </a:xfrm>
          <a:prstGeom prst="roundRect">
            <a:avLst>
              <a:gd name="adj" fmla="val 49999"/>
            </a:avLst>
          </a:prstGeom>
          <a:solidFill>
            <a:srgbClr val="3DE8FF"/>
          </a:solidFill>
          <a:ln/>
        </p:spPr>
      </p:sp>
      <p:sp>
        <p:nvSpPr>
          <p:cNvPr id="8" name="Text 6"/>
          <p:cNvSpPr/>
          <p:nvPr/>
        </p:nvSpPr>
        <p:spPr>
          <a:xfrm>
            <a:off x="6248244" y="4786273"/>
            <a:ext cx="5333867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Conclusion: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The project applies Linux process-management concepts and basic data structures to make parent-child relationships easier to understand.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581</Words>
  <Application>Microsoft Office PowerPoint</Application>
  <PresentationFormat>Widescreen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Fragment Mono</vt:lpstr>
      <vt:lpstr>Spline Sans Bold</vt:lpstr>
      <vt:lpstr>Spline Sans</vt:lpstr>
      <vt:lpstr>Arial</vt:lpstr>
      <vt:lpstr>Spline Sans SemiBold</vt:lpstr>
      <vt:lpstr>Sora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ishaan kulkarni</cp:lastModifiedBy>
  <cp:revision>2</cp:revision>
  <dcterms:created xsi:type="dcterms:W3CDTF">2026-10-17T05:33:27Z</dcterms:created>
  <dcterms:modified xsi:type="dcterms:W3CDTF">2026-10-17T05:45:21Z</dcterms:modified>
</cp:coreProperties>
</file>